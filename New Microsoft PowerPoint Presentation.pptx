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272" autoAdjust="0"/>
  </p:normalViewPr>
  <p:slideViewPr>
    <p:cSldViewPr snapToGrid="0">
      <p:cViewPr varScale="1">
        <p:scale>
          <a:sx n="62" d="100"/>
          <a:sy n="62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mal Vishwakarma" userId="7430a636649a86c5" providerId="LiveId" clId="{8DDAB271-862B-49EF-A7B5-21C0834A83A1}"/>
    <pc:docChg chg="undo custSel addSld modSld">
      <pc:chgData name="Komal Vishwakarma" userId="7430a636649a86c5" providerId="LiveId" clId="{8DDAB271-862B-49EF-A7B5-21C0834A83A1}" dt="2025-12-12T08:53:48.487" v="391" actId="1036"/>
      <pc:docMkLst>
        <pc:docMk/>
      </pc:docMkLst>
      <pc:sldChg chg="addSp delSp modSp new mod">
        <pc:chgData name="Komal Vishwakarma" userId="7430a636649a86c5" providerId="LiveId" clId="{8DDAB271-862B-49EF-A7B5-21C0834A83A1}" dt="2025-12-12T08:04:28.714" v="68" actId="1076"/>
        <pc:sldMkLst>
          <pc:docMk/>
          <pc:sldMk cId="547647820" sldId="256"/>
        </pc:sldMkLst>
        <pc:spChg chg="del">
          <ac:chgData name="Komal Vishwakarma" userId="7430a636649a86c5" providerId="LiveId" clId="{8DDAB271-862B-49EF-A7B5-21C0834A83A1}" dt="2025-12-12T07:59:37.211" v="1"/>
          <ac:spMkLst>
            <pc:docMk/>
            <pc:sldMk cId="547647820" sldId="256"/>
            <ac:spMk id="2" creationId="{740083FB-4E18-D1D9-C587-6C031F538C0C}"/>
          </ac:spMkLst>
        </pc:spChg>
        <pc:spChg chg="mod">
          <ac:chgData name="Komal Vishwakarma" userId="7430a636649a86c5" providerId="LiveId" clId="{8DDAB271-862B-49EF-A7B5-21C0834A83A1}" dt="2025-12-12T08:04:28.714" v="68" actId="1076"/>
          <ac:spMkLst>
            <pc:docMk/>
            <pc:sldMk cId="547647820" sldId="256"/>
            <ac:spMk id="3" creationId="{E9126D45-04CE-72BA-8A26-A4624F205F5A}"/>
          </ac:spMkLst>
        </pc:spChg>
        <pc:spChg chg="add mod">
          <ac:chgData name="Komal Vishwakarma" userId="7430a636649a86c5" providerId="LiveId" clId="{8DDAB271-862B-49EF-A7B5-21C0834A83A1}" dt="2025-12-12T08:04:28.714" v="68" actId="1076"/>
          <ac:spMkLst>
            <pc:docMk/>
            <pc:sldMk cId="547647820" sldId="256"/>
            <ac:spMk id="4" creationId="{49AE0D2C-5BA2-6921-24FF-D4EF46FF31F9}"/>
          </ac:spMkLst>
        </pc:spChg>
        <pc:spChg chg="add mod">
          <ac:chgData name="Komal Vishwakarma" userId="7430a636649a86c5" providerId="LiveId" clId="{8DDAB271-862B-49EF-A7B5-21C0834A83A1}" dt="2025-12-12T08:04:28.714" v="68" actId="1076"/>
          <ac:spMkLst>
            <pc:docMk/>
            <pc:sldMk cId="547647820" sldId="256"/>
            <ac:spMk id="6" creationId="{C80F00F6-D53A-DDEF-171C-A945C33DB6F1}"/>
          </ac:spMkLst>
        </pc:spChg>
        <pc:spChg chg="add mod">
          <ac:chgData name="Komal Vishwakarma" userId="7430a636649a86c5" providerId="LiveId" clId="{8DDAB271-862B-49EF-A7B5-21C0834A83A1}" dt="2025-12-12T08:04:28.714" v="68" actId="1076"/>
          <ac:spMkLst>
            <pc:docMk/>
            <pc:sldMk cId="547647820" sldId="256"/>
            <ac:spMk id="8" creationId="{2EB161E7-9FDA-5C35-ECD9-CC363C8ED919}"/>
          </ac:spMkLst>
        </pc:spChg>
      </pc:sldChg>
      <pc:sldChg chg="addSp delSp modSp new mod">
        <pc:chgData name="Komal Vishwakarma" userId="7430a636649a86c5" providerId="LiveId" clId="{8DDAB271-862B-49EF-A7B5-21C0834A83A1}" dt="2025-12-12T08:08:34.429" v="97" actId="1076"/>
        <pc:sldMkLst>
          <pc:docMk/>
          <pc:sldMk cId="642498240" sldId="257"/>
        </pc:sldMkLst>
        <pc:spChg chg="mod">
          <ac:chgData name="Komal Vishwakarma" userId="7430a636649a86c5" providerId="LiveId" clId="{8DDAB271-862B-49EF-A7B5-21C0834A83A1}" dt="2025-12-12T08:08:34.429" v="97" actId="1076"/>
          <ac:spMkLst>
            <pc:docMk/>
            <pc:sldMk cId="642498240" sldId="257"/>
            <ac:spMk id="2" creationId="{46A0B336-7FC2-3140-B4D6-4B7E6720ED9B}"/>
          </ac:spMkLst>
        </pc:spChg>
        <pc:spChg chg="add del mod">
          <ac:chgData name="Komal Vishwakarma" userId="7430a636649a86c5" providerId="LiveId" clId="{8DDAB271-862B-49EF-A7B5-21C0834A83A1}" dt="2025-12-12T08:06:46.638" v="85" actId="478"/>
          <ac:spMkLst>
            <pc:docMk/>
            <pc:sldMk cId="642498240" sldId="257"/>
            <ac:spMk id="3" creationId="{CCCE0E1B-2966-F5BE-9C64-8D63A245A56B}"/>
          </ac:spMkLst>
        </pc:spChg>
        <pc:spChg chg="add del mod">
          <ac:chgData name="Komal Vishwakarma" userId="7430a636649a86c5" providerId="LiveId" clId="{8DDAB271-862B-49EF-A7B5-21C0834A83A1}" dt="2025-12-12T08:07:29.178" v="87" actId="478"/>
          <ac:spMkLst>
            <pc:docMk/>
            <pc:sldMk cId="642498240" sldId="257"/>
            <ac:spMk id="4" creationId="{4961B101-DAC9-5B51-E109-8658B34C260D}"/>
          </ac:spMkLst>
        </pc:spChg>
        <pc:spChg chg="add mod">
          <ac:chgData name="Komal Vishwakarma" userId="7430a636649a86c5" providerId="LiveId" clId="{8DDAB271-862B-49EF-A7B5-21C0834A83A1}" dt="2025-12-12T08:06:34.776" v="82" actId="478"/>
          <ac:spMkLst>
            <pc:docMk/>
            <pc:sldMk cId="642498240" sldId="257"/>
            <ac:spMk id="5" creationId="{CE6BC691-7D47-5F24-40BD-61A981D272CE}"/>
          </ac:spMkLst>
        </pc:spChg>
        <pc:spChg chg="add del mod">
          <ac:chgData name="Komal Vishwakarma" userId="7430a636649a86c5" providerId="LiveId" clId="{8DDAB271-862B-49EF-A7B5-21C0834A83A1}" dt="2025-12-12T08:07:31.538" v="88"/>
          <ac:spMkLst>
            <pc:docMk/>
            <pc:sldMk cId="642498240" sldId="257"/>
            <ac:spMk id="7" creationId="{3654A971-1CB1-0A7A-DD27-61D91FA96FDF}"/>
          </ac:spMkLst>
        </pc:spChg>
        <pc:spChg chg="add mod">
          <ac:chgData name="Komal Vishwakarma" userId="7430a636649a86c5" providerId="LiveId" clId="{8DDAB271-862B-49EF-A7B5-21C0834A83A1}" dt="2025-12-12T08:08:20.973" v="96" actId="1076"/>
          <ac:spMkLst>
            <pc:docMk/>
            <pc:sldMk cId="642498240" sldId="257"/>
            <ac:spMk id="8" creationId="{EDAC0145-AC03-7971-35F4-34C3725776A6}"/>
          </ac:spMkLst>
        </pc:spChg>
      </pc:sldChg>
      <pc:sldChg chg="addSp delSp modSp new mod">
        <pc:chgData name="Komal Vishwakarma" userId="7430a636649a86c5" providerId="LiveId" clId="{8DDAB271-862B-49EF-A7B5-21C0834A83A1}" dt="2025-12-12T08:35:12.617" v="268" actId="5793"/>
        <pc:sldMkLst>
          <pc:docMk/>
          <pc:sldMk cId="779057622" sldId="258"/>
        </pc:sldMkLst>
        <pc:spChg chg="mod">
          <ac:chgData name="Komal Vishwakarma" userId="7430a636649a86c5" providerId="LiveId" clId="{8DDAB271-862B-49EF-A7B5-21C0834A83A1}" dt="2025-12-12T08:09:06.446" v="101" actId="14100"/>
          <ac:spMkLst>
            <pc:docMk/>
            <pc:sldMk cId="779057622" sldId="258"/>
            <ac:spMk id="2" creationId="{A1CCBFE0-00AB-0938-2432-12B90AB82A43}"/>
          </ac:spMkLst>
        </pc:spChg>
        <pc:spChg chg="mod">
          <ac:chgData name="Komal Vishwakarma" userId="7430a636649a86c5" providerId="LiveId" clId="{8DDAB271-862B-49EF-A7B5-21C0834A83A1}" dt="2025-12-12T08:13:12.822" v="137" actId="1076"/>
          <ac:spMkLst>
            <pc:docMk/>
            <pc:sldMk cId="779057622" sldId="258"/>
            <ac:spMk id="3" creationId="{BA493B40-DE04-5844-F1AF-26AADD407A21}"/>
          </ac:spMkLst>
        </pc:spChg>
        <pc:spChg chg="add del mod">
          <ac:chgData name="Komal Vishwakarma" userId="7430a636649a86c5" providerId="LiveId" clId="{8DDAB271-862B-49EF-A7B5-21C0834A83A1}" dt="2025-12-12T08:11:07.554" v="112" actId="478"/>
          <ac:spMkLst>
            <pc:docMk/>
            <pc:sldMk cId="779057622" sldId="258"/>
            <ac:spMk id="4" creationId="{238EF78A-ED2A-A52D-FD8B-AA5355BBA321}"/>
          </ac:spMkLst>
        </pc:spChg>
        <pc:spChg chg="add mod">
          <ac:chgData name="Komal Vishwakarma" userId="7430a636649a86c5" providerId="LiveId" clId="{8DDAB271-862B-49EF-A7B5-21C0834A83A1}" dt="2025-12-12T08:35:12.617" v="268" actId="5793"/>
          <ac:spMkLst>
            <pc:docMk/>
            <pc:sldMk cId="779057622" sldId="258"/>
            <ac:spMk id="5" creationId="{85F17B61-C81B-7000-7557-18432B583FB6}"/>
          </ac:spMkLst>
        </pc:spChg>
      </pc:sldChg>
      <pc:sldChg chg="addSp delSp modSp new mod">
        <pc:chgData name="Komal Vishwakarma" userId="7430a636649a86c5" providerId="LiveId" clId="{8DDAB271-862B-49EF-A7B5-21C0834A83A1}" dt="2025-12-12T08:42:15.707" v="321" actId="20577"/>
        <pc:sldMkLst>
          <pc:docMk/>
          <pc:sldMk cId="791375688" sldId="259"/>
        </pc:sldMkLst>
        <pc:spChg chg="mod">
          <ac:chgData name="Komal Vishwakarma" userId="7430a636649a86c5" providerId="LiveId" clId="{8DDAB271-862B-49EF-A7B5-21C0834A83A1}" dt="2025-12-12T08:16:12.702" v="158" actId="14100"/>
          <ac:spMkLst>
            <pc:docMk/>
            <pc:sldMk cId="791375688" sldId="259"/>
            <ac:spMk id="2" creationId="{84D215BA-CF5F-9D1F-ADF2-F32A2E272F2B}"/>
          </ac:spMkLst>
        </pc:spChg>
        <pc:spChg chg="del mod">
          <ac:chgData name="Komal Vishwakarma" userId="7430a636649a86c5" providerId="LiveId" clId="{8DDAB271-862B-49EF-A7B5-21C0834A83A1}" dt="2025-12-12T08:16:41.846" v="160"/>
          <ac:spMkLst>
            <pc:docMk/>
            <pc:sldMk cId="791375688" sldId="259"/>
            <ac:spMk id="3" creationId="{C377C51A-A4A6-D501-8A9C-CC2B9D4D7B70}"/>
          </ac:spMkLst>
        </pc:spChg>
        <pc:spChg chg="add mod">
          <ac:chgData name="Komal Vishwakarma" userId="7430a636649a86c5" providerId="LiveId" clId="{8DDAB271-862B-49EF-A7B5-21C0834A83A1}" dt="2025-12-12T08:41:20.113" v="310" actId="1076"/>
          <ac:spMkLst>
            <pc:docMk/>
            <pc:sldMk cId="791375688" sldId="259"/>
            <ac:spMk id="4" creationId="{979F4A23-FA2A-82AD-6D07-E9C6B8DCBEB2}"/>
          </ac:spMkLst>
        </pc:spChg>
        <pc:spChg chg="add mod">
          <ac:chgData name="Komal Vishwakarma" userId="7430a636649a86c5" providerId="LiveId" clId="{8DDAB271-862B-49EF-A7B5-21C0834A83A1}" dt="2025-12-12T08:42:15.707" v="321" actId="20577"/>
          <ac:spMkLst>
            <pc:docMk/>
            <pc:sldMk cId="791375688" sldId="259"/>
            <ac:spMk id="8" creationId="{F939952B-0BB5-7EE4-A584-DC0896599F17}"/>
          </ac:spMkLst>
        </pc:spChg>
        <pc:picChg chg="add mod modCrop">
          <ac:chgData name="Komal Vishwakarma" userId="7430a636649a86c5" providerId="LiveId" clId="{8DDAB271-862B-49EF-A7B5-21C0834A83A1}" dt="2025-12-12T08:41:31.702" v="313" actId="14100"/>
          <ac:picMkLst>
            <pc:docMk/>
            <pc:sldMk cId="791375688" sldId="259"/>
            <ac:picMk id="6" creationId="{6AF311AD-97E7-8408-0E61-7EBC8931E111}"/>
          </ac:picMkLst>
        </pc:picChg>
      </pc:sldChg>
      <pc:sldChg chg="addSp delSp modSp new mod">
        <pc:chgData name="Komal Vishwakarma" userId="7430a636649a86c5" providerId="LiveId" clId="{8DDAB271-862B-49EF-A7B5-21C0834A83A1}" dt="2025-12-12T08:46:22.379" v="346" actId="1035"/>
        <pc:sldMkLst>
          <pc:docMk/>
          <pc:sldMk cId="3782643377" sldId="260"/>
        </pc:sldMkLst>
        <pc:spChg chg="mod">
          <ac:chgData name="Komal Vishwakarma" userId="7430a636649a86c5" providerId="LiveId" clId="{8DDAB271-862B-49EF-A7B5-21C0834A83A1}" dt="2025-12-12T08:46:22.379" v="346" actId="1035"/>
          <ac:spMkLst>
            <pc:docMk/>
            <pc:sldMk cId="3782643377" sldId="260"/>
            <ac:spMk id="2" creationId="{6469286C-3D9A-CE93-DA8B-7DD74277E3BE}"/>
          </ac:spMkLst>
        </pc:spChg>
        <pc:spChg chg="del">
          <ac:chgData name="Komal Vishwakarma" userId="7430a636649a86c5" providerId="LiveId" clId="{8DDAB271-862B-49EF-A7B5-21C0834A83A1}" dt="2025-12-12T08:18:58.676" v="183"/>
          <ac:spMkLst>
            <pc:docMk/>
            <pc:sldMk cId="3782643377" sldId="260"/>
            <ac:spMk id="3" creationId="{9AFBADF0-E53A-F304-C213-580F03E590E2}"/>
          </ac:spMkLst>
        </pc:spChg>
        <pc:spChg chg="add mod">
          <ac:chgData name="Komal Vishwakarma" userId="7430a636649a86c5" providerId="LiveId" clId="{8DDAB271-862B-49EF-A7B5-21C0834A83A1}" dt="2025-12-12T08:45:58.282" v="342" actId="14100"/>
          <ac:spMkLst>
            <pc:docMk/>
            <pc:sldMk cId="3782643377" sldId="260"/>
            <ac:spMk id="4" creationId="{F86CAD90-5F8E-3825-8CBA-B8C533A9CA4C}"/>
          </ac:spMkLst>
        </pc:spChg>
        <pc:spChg chg="add mod">
          <ac:chgData name="Komal Vishwakarma" userId="7430a636649a86c5" providerId="LiveId" clId="{8DDAB271-862B-49EF-A7B5-21C0834A83A1}" dt="2025-12-12T08:46:08.247" v="343" actId="20577"/>
          <ac:spMkLst>
            <pc:docMk/>
            <pc:sldMk cId="3782643377" sldId="260"/>
            <ac:spMk id="8" creationId="{52C2F1BB-DE85-C80C-A5F3-A5A1F8486B37}"/>
          </ac:spMkLst>
        </pc:spChg>
        <pc:picChg chg="add mod modCrop">
          <ac:chgData name="Komal Vishwakarma" userId="7430a636649a86c5" providerId="LiveId" clId="{8DDAB271-862B-49EF-A7B5-21C0834A83A1}" dt="2025-12-12T08:45:16.370" v="333" actId="14100"/>
          <ac:picMkLst>
            <pc:docMk/>
            <pc:sldMk cId="3782643377" sldId="260"/>
            <ac:picMk id="6" creationId="{F0596F1E-64E5-49A7-D265-9946D2C7DD3D}"/>
          </ac:picMkLst>
        </pc:picChg>
      </pc:sldChg>
      <pc:sldChg chg="addSp delSp modSp new mod">
        <pc:chgData name="Komal Vishwakarma" userId="7430a636649a86c5" providerId="LiveId" clId="{8DDAB271-862B-49EF-A7B5-21C0834A83A1}" dt="2025-12-12T08:53:48.487" v="391" actId="1036"/>
        <pc:sldMkLst>
          <pc:docMk/>
          <pc:sldMk cId="841435488" sldId="261"/>
        </pc:sldMkLst>
        <pc:spChg chg="mod">
          <ac:chgData name="Komal Vishwakarma" userId="7430a636649a86c5" providerId="LiveId" clId="{8DDAB271-862B-49EF-A7B5-21C0834A83A1}" dt="2025-12-12T08:52:37.266" v="379" actId="1076"/>
          <ac:spMkLst>
            <pc:docMk/>
            <pc:sldMk cId="841435488" sldId="261"/>
            <ac:spMk id="2" creationId="{96882CCF-B680-AF5F-E550-8C691D2F4AB6}"/>
          </ac:spMkLst>
        </pc:spChg>
        <pc:spChg chg="del">
          <ac:chgData name="Komal Vishwakarma" userId="7430a636649a86c5" providerId="LiveId" clId="{8DDAB271-862B-49EF-A7B5-21C0834A83A1}" dt="2025-12-12T08:22:13.548" v="215"/>
          <ac:spMkLst>
            <pc:docMk/>
            <pc:sldMk cId="841435488" sldId="261"/>
            <ac:spMk id="3" creationId="{EFA38FE8-A324-E0C5-79B2-5BD491AA5F85}"/>
          </ac:spMkLst>
        </pc:spChg>
        <pc:spChg chg="add mod">
          <ac:chgData name="Komal Vishwakarma" userId="7430a636649a86c5" providerId="LiveId" clId="{8DDAB271-862B-49EF-A7B5-21C0834A83A1}" dt="2025-12-12T08:52:51.944" v="382" actId="1076"/>
          <ac:spMkLst>
            <pc:docMk/>
            <pc:sldMk cId="841435488" sldId="261"/>
            <ac:spMk id="4" creationId="{49201EED-A42C-BFDE-F6C3-4E59912EF743}"/>
          </ac:spMkLst>
        </pc:spChg>
        <pc:spChg chg="add mod">
          <ac:chgData name="Komal Vishwakarma" userId="7430a636649a86c5" providerId="LiveId" clId="{8DDAB271-862B-49EF-A7B5-21C0834A83A1}" dt="2025-12-12T08:53:06.132" v="385" actId="1076"/>
          <ac:spMkLst>
            <pc:docMk/>
            <pc:sldMk cId="841435488" sldId="261"/>
            <ac:spMk id="10" creationId="{315A5DB3-667B-9B63-EC7D-1A24F35CAD04}"/>
          </ac:spMkLst>
        </pc:spChg>
        <pc:picChg chg="add mod modCrop">
          <ac:chgData name="Komal Vishwakarma" userId="7430a636649a86c5" providerId="LiveId" clId="{8DDAB271-862B-49EF-A7B5-21C0834A83A1}" dt="2025-12-12T08:52:42.443" v="380" actId="1076"/>
          <ac:picMkLst>
            <pc:docMk/>
            <pc:sldMk cId="841435488" sldId="261"/>
            <ac:picMk id="6" creationId="{534A6C32-755F-E01B-131A-E12C13DD716D}"/>
          </ac:picMkLst>
        </pc:picChg>
        <pc:picChg chg="add mod">
          <ac:chgData name="Komal Vishwakarma" userId="7430a636649a86c5" providerId="LiveId" clId="{8DDAB271-862B-49EF-A7B5-21C0834A83A1}" dt="2025-12-12T08:53:48.487" v="391" actId="1036"/>
          <ac:picMkLst>
            <pc:docMk/>
            <pc:sldMk cId="841435488" sldId="261"/>
            <ac:picMk id="8" creationId="{902547D0-35BF-F5D3-40B7-E3731DE2612E}"/>
          </ac:picMkLst>
        </pc:picChg>
      </pc:sldChg>
      <pc:sldChg chg="addSp delSp modSp new mod">
        <pc:chgData name="Komal Vishwakarma" userId="7430a636649a86c5" providerId="LiveId" clId="{8DDAB271-862B-49EF-A7B5-21C0834A83A1}" dt="2025-12-12T08:34:29.315" v="258" actId="20577"/>
        <pc:sldMkLst>
          <pc:docMk/>
          <pc:sldMk cId="1991528404" sldId="262"/>
        </pc:sldMkLst>
        <pc:spChg chg="mod">
          <ac:chgData name="Komal Vishwakarma" userId="7430a636649a86c5" providerId="LiveId" clId="{8DDAB271-862B-49EF-A7B5-21C0834A83A1}" dt="2025-12-12T08:33:48.099" v="250" actId="27636"/>
          <ac:spMkLst>
            <pc:docMk/>
            <pc:sldMk cId="1991528404" sldId="262"/>
            <ac:spMk id="2" creationId="{9A5E79D7-94A8-257D-D7B4-AD9100FAB98A}"/>
          </ac:spMkLst>
        </pc:spChg>
        <pc:spChg chg="del">
          <ac:chgData name="Komal Vishwakarma" userId="7430a636649a86c5" providerId="LiveId" clId="{8DDAB271-862B-49EF-A7B5-21C0834A83A1}" dt="2025-12-12T08:31:27.203" v="226"/>
          <ac:spMkLst>
            <pc:docMk/>
            <pc:sldMk cId="1991528404" sldId="262"/>
            <ac:spMk id="3" creationId="{9970F55D-F405-E441-7521-1432DE786433}"/>
          </ac:spMkLst>
        </pc:spChg>
        <pc:spChg chg="add mod">
          <ac:chgData name="Komal Vishwakarma" userId="7430a636649a86c5" providerId="LiveId" clId="{8DDAB271-862B-49EF-A7B5-21C0834A83A1}" dt="2025-12-12T08:34:29.315" v="258" actId="20577"/>
          <ac:spMkLst>
            <pc:docMk/>
            <pc:sldMk cId="1991528404" sldId="262"/>
            <ac:spMk id="4" creationId="{23B4AB8C-A246-67C0-C998-D2CCE26ADAC8}"/>
          </ac:spMkLst>
        </pc:spChg>
      </pc:sldChg>
      <pc:sldChg chg="addSp delSp modSp new mod">
        <pc:chgData name="Komal Vishwakarma" userId="7430a636649a86c5" providerId="LiveId" clId="{8DDAB271-862B-49EF-A7B5-21C0834A83A1}" dt="2025-12-12T08:37:03.843" v="285" actId="1076"/>
        <pc:sldMkLst>
          <pc:docMk/>
          <pc:sldMk cId="3466944827" sldId="263"/>
        </pc:sldMkLst>
        <pc:spChg chg="mod">
          <ac:chgData name="Komal Vishwakarma" userId="7430a636649a86c5" providerId="LiveId" clId="{8DDAB271-862B-49EF-A7B5-21C0834A83A1}" dt="2025-12-12T08:35:49.254" v="272" actId="14100"/>
          <ac:spMkLst>
            <pc:docMk/>
            <pc:sldMk cId="3466944827" sldId="263"/>
            <ac:spMk id="2" creationId="{F660CCD6-D665-A10F-5491-71B80A95D6A9}"/>
          </ac:spMkLst>
        </pc:spChg>
        <pc:spChg chg="del">
          <ac:chgData name="Komal Vishwakarma" userId="7430a636649a86c5" providerId="LiveId" clId="{8DDAB271-862B-49EF-A7B5-21C0834A83A1}" dt="2025-12-12T08:36:14.893" v="273"/>
          <ac:spMkLst>
            <pc:docMk/>
            <pc:sldMk cId="3466944827" sldId="263"/>
            <ac:spMk id="3" creationId="{AF719E6B-6FEF-7C88-B38B-AF28EE538C4E}"/>
          </ac:spMkLst>
        </pc:spChg>
        <pc:spChg chg="add mod">
          <ac:chgData name="Komal Vishwakarma" userId="7430a636649a86c5" providerId="LiveId" clId="{8DDAB271-862B-49EF-A7B5-21C0834A83A1}" dt="2025-12-12T08:37:03.843" v="285" actId="1076"/>
          <ac:spMkLst>
            <pc:docMk/>
            <pc:sldMk cId="3466944827" sldId="263"/>
            <ac:spMk id="4" creationId="{F915FBC0-616F-0361-C686-086DEB90DC94}"/>
          </ac:spMkLst>
        </pc:spChg>
      </pc:sldChg>
      <pc:sldChg chg="delSp modSp new mod">
        <pc:chgData name="Komal Vishwakarma" userId="7430a636649a86c5" providerId="LiveId" clId="{8DDAB271-862B-49EF-A7B5-21C0834A83A1}" dt="2025-12-12T08:37:46.989" v="298" actId="1076"/>
        <pc:sldMkLst>
          <pc:docMk/>
          <pc:sldMk cId="21059145" sldId="264"/>
        </pc:sldMkLst>
        <pc:spChg chg="mod">
          <ac:chgData name="Komal Vishwakarma" userId="7430a636649a86c5" providerId="LiveId" clId="{8DDAB271-862B-49EF-A7B5-21C0834A83A1}" dt="2025-12-12T08:37:46.989" v="298" actId="1076"/>
          <ac:spMkLst>
            <pc:docMk/>
            <pc:sldMk cId="21059145" sldId="264"/>
            <ac:spMk id="2" creationId="{19117148-E0D0-2EB6-3BFF-1174CD372E04}"/>
          </ac:spMkLst>
        </pc:spChg>
        <pc:spChg chg="del">
          <ac:chgData name="Komal Vishwakarma" userId="7430a636649a86c5" providerId="LiveId" clId="{8DDAB271-862B-49EF-A7B5-21C0834A83A1}" dt="2025-12-12T08:37:34.970" v="287" actId="478"/>
          <ac:spMkLst>
            <pc:docMk/>
            <pc:sldMk cId="21059145" sldId="264"/>
            <ac:spMk id="3" creationId="{A72F81AE-6081-CDEC-C6E6-D9C6279CEC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AC4E74-1360-4535-A18F-A823A8CC4AF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E592D-D582-4AFC-8BBC-28875B0A3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62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E592D-D582-4AFC-8BBC-28875B0A324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23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358C-9D04-82BA-6F84-0A7889364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819F5-DEDC-3BF0-1DF5-962454653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74397-DFA6-E162-3F66-B0BAF7AB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A3618-9869-280C-90BE-A1D0F0B3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AE3AC-EE7A-2D3B-F252-579EADAE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40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421F-8FB1-4641-5BB5-54717330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B5D27-2742-6715-8CA2-761B228FD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40C17-1417-86E4-0DD7-C04D927C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F3D91-0CC0-AB88-CE31-CC988F96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4797E-73CE-13D5-A687-7BF6403B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65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8EB1-5047-14EE-15C9-BF54A319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46A76-87DB-C287-31B3-67F55CD8B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E4A5D-E20E-D555-B2B5-CD580A9A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C8689-6C70-BE36-F33C-75A263572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C9E6D-2194-0E49-FBE7-24DFEDF4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27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87D7-07AF-16B1-1ED2-7537CF78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7979-4F7A-9249-C936-2E9173F30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7A1A7-8A83-8175-8F9C-8D0B4513D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3C91B-607B-710F-56B4-E32BAC31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6012B-0ACF-8847-EFDE-10E5123B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2DDAE-9A42-C4A8-CE8E-8EEDD85E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71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3D94-34C7-CC4F-A476-CFB6B9E3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579C9-BA8C-D33A-43AE-8AA1937E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4987B-55E6-0050-CD08-D006545A4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CC56B-A6FB-3EC8-1767-909E64B7C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BC1E2-99DD-6E40-6C7A-48E9D0040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B68F7-22A6-7EA1-80C8-D9B87F78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D1F83-3D7E-6AAF-CF4F-7CFD145C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E039A-AE9C-1EF4-FA90-1B3AF06F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9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ECF3-0884-E39B-5CEB-5CD1F946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D36C9-5D4E-88DC-9E8A-ED0C14FE9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A3E52-0F07-A731-16F5-411421B61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98529-0E59-E94D-5E9B-A13290CC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69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E1FAA-C709-C75F-5E36-215D10B0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0FAC6-307A-8DEC-AD94-501CD13C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9A08E-F751-9045-71EA-93554F11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60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F569-A086-6222-3911-BF623AC1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F92EA-0ED9-5354-B54E-5F1EC0685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153E2-D578-8450-E6EE-76E08E353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2554A-DEC1-039E-080A-8899D1AB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4B3C5-3A77-0E50-962C-4978B2EA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C2B65-3C64-F23C-757A-EDAEF832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5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A642C-0C0F-B54F-69C9-69E90AC1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E1BA4-AE34-C69F-A835-B1D5BFDEF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ABC8E-6FD7-236E-C759-3B85DD895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D4644-10B8-99B6-4821-9B61D7EB8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E43FF-FE4C-F15C-6D76-C201980D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06254-3A41-BC84-97A0-9C97C864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745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E0E8-0E75-6D0F-1EE8-0DECCFAC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121FD-9C82-D67F-B434-36CA4D140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32AC-4EE5-54CC-0781-3F5B58B7E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B065C-584C-153C-313F-717E321D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126C4-A2DB-F828-6D01-C2F0B1B1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59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AF38C-DFC4-9BED-825B-46587F593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DAA8D-63A0-690D-7582-56A7F4C3E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45E0E-0E5D-D05C-8A24-9FE2C8BEF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59CD9-D284-42D0-B450-E5519737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1EF9B-AA21-2C94-2489-C6C8DFE8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95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C00BE9-0316-59F4-4173-BED24352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3CF8D-0838-9002-D057-BF9ABF60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18833-5362-1423-3DCA-E92014646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D54E-6F6F-4523-902F-BADF6EE84786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BD02-F2BD-F5E9-4571-73D3F910B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7FCFB-B7C6-335F-69A6-B4D3501EB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93C46-0133-4A23-811B-B39DB1C2D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53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126D45-04CE-72BA-8A26-A4624F20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0113"/>
            <a:ext cx="9144000" cy="638591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 Data Analytics Approach to Smart Investment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AE0D2C-5BA2-6921-24FF-D4EF46FF31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49847" y="1331562"/>
            <a:ext cx="10692306" cy="182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Estate Investment Advisor: Predicting Property Profitability &amp; Future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F00F6-D53A-DDEF-171C-A945C33DB6F1}"/>
              </a:ext>
            </a:extLst>
          </p:cNvPr>
          <p:cNvSpPr txBox="1"/>
          <p:nvPr/>
        </p:nvSpPr>
        <p:spPr>
          <a:xfrm>
            <a:off x="2929328" y="436337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By</a:t>
            </a:r>
            <a:r>
              <a:rPr lang="en-US" altLang="en-US" dirty="0">
                <a:latin typeface="Arial" panose="020B0604020202020204" pitchFamily="34" charset="0"/>
              </a:rPr>
              <a:t> Komal S. Vishwakarma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161E7-9FDA-5C35-ECD9-CC363C8ED919}"/>
              </a:ext>
            </a:extLst>
          </p:cNvPr>
          <p:cNvSpPr txBox="1"/>
          <p:nvPr/>
        </p:nvSpPr>
        <p:spPr>
          <a:xfrm>
            <a:off x="2929328" y="485262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Project Context:</a:t>
            </a:r>
            <a:r>
              <a:rPr lang="en-US" altLang="en-US" dirty="0">
                <a:latin typeface="Arial" panose="020B0604020202020204" pitchFamily="34" charset="0"/>
              </a:rPr>
              <a:t> Data Analytics Capstone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647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B336-7FC2-3140-B4D6-4B7E6720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38"/>
            <a:ext cx="10515600" cy="699177"/>
          </a:xfrm>
        </p:spPr>
        <p:txBody>
          <a:bodyPr/>
          <a:lstStyle/>
          <a:p>
            <a:pPr algn="ctr"/>
            <a:r>
              <a:rPr lang="en-US" dirty="0"/>
              <a:t>The Challenge: Moving Beyond Intuition</a:t>
            </a:r>
            <a:endParaRPr lang="en-I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DAC0145-AC03-7971-35F4-34C3725776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48361"/>
            <a:ext cx="10515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Assist potential investors in making informed real estate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Core Questions: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"Good Investment"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right now? (Classification)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Price in 5 Years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(Regression)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Value: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Empower investors with intelligent tools to assess long-term returns and support buyers in choosing high-return properties</a:t>
            </a:r>
          </a:p>
        </p:txBody>
      </p:sp>
    </p:spTree>
    <p:extLst>
      <p:ext uri="{BB962C8B-B14F-4D97-AF65-F5344CB8AC3E}">
        <p14:creationId xmlns:p14="http://schemas.microsoft.com/office/powerpoint/2010/main" val="642498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BFE0-00AB-0938-2432-12B90AB82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118"/>
          </a:xfrm>
        </p:spPr>
        <p:txBody>
          <a:bodyPr/>
          <a:lstStyle/>
          <a:p>
            <a:pPr algn="ctr"/>
            <a:r>
              <a:rPr lang="en-IN" dirty="0"/>
              <a:t>Methodology: Rule-Based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93B40-DE04-5844-F1AF-26AADD407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085" y="1622373"/>
            <a:ext cx="10927829" cy="96254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We used a Data Analytics approach, substituting complex ML with transparent, defensible domain rules.</a:t>
            </a: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F17B61-C81B-7000-7557-18432B583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84" y="2584918"/>
            <a:ext cx="10927829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Preparation: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Cleaned the dataset, handled inconsistencies, and engineered features like School Density Score.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2. Target Generation (The Rules):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Future Price Forecast: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Calculated using a fixed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8% CAGR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over 5 years. (This is the regression target).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"Good Investment":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Flagged if the property price was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median price of its specific locality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(This is the classification target).</a:t>
            </a:r>
          </a:p>
        </p:txBody>
      </p:sp>
    </p:spTree>
    <p:extLst>
      <p:ext uri="{BB962C8B-B14F-4D97-AF65-F5344CB8AC3E}">
        <p14:creationId xmlns:p14="http://schemas.microsoft.com/office/powerpoint/2010/main" val="77905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15BA-CF5F-9D1F-ADF2-F32A2E272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9039"/>
          </a:xfrm>
        </p:spPr>
        <p:txBody>
          <a:bodyPr/>
          <a:lstStyle/>
          <a:p>
            <a:pPr algn="ctr"/>
            <a:r>
              <a:rPr lang="en-US" dirty="0"/>
              <a:t>EDA Insight 1: Location Kills Size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9F4A23-FA2A-82AD-6D07-E9C6B8DCBE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1401" y="1451046"/>
            <a:ext cx="1074919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Finding: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correlation between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Size_in_SqFt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total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Price_in_Lakhs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near zero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(0.014).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F311AD-97E7-8408-0E61-7EBC8931E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01" t="29997" r="8279"/>
          <a:stretch>
            <a:fillRect/>
          </a:stretch>
        </p:blipFill>
        <p:spPr>
          <a:xfrm>
            <a:off x="4721902" y="2112956"/>
            <a:ext cx="6895474" cy="4498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39952B-0BB5-7EE4-A584-DC0896599F17}"/>
              </a:ext>
            </a:extLst>
          </p:cNvPr>
          <p:cNvSpPr txBox="1"/>
          <p:nvPr/>
        </p:nvSpPr>
        <p:spPr>
          <a:xfrm>
            <a:off x="721401" y="2412758"/>
            <a:ext cx="40005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Conclusion: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demonstrates that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(City/Locality) is the overwhelming factor driving total property value, overriding the impact of physical size when viewed nationally.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37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286C-3D9A-CE93-DA8B-7DD74277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311"/>
            <a:ext cx="10515600" cy="819098"/>
          </a:xfrm>
        </p:spPr>
        <p:txBody>
          <a:bodyPr/>
          <a:lstStyle/>
          <a:p>
            <a:pPr algn="ctr"/>
            <a:r>
              <a:rPr lang="en-US" dirty="0"/>
              <a:t>EDA Insight 2: The Bulk Discount Effect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CAD90-5F8E-3825-8CBA-B8C533A9CA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2558"/>
            <a:ext cx="1038506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Finding: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There is a strong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negative correlation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(-0.613) between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Size_in_SqFt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Price_per_SqFt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596F1E-64E5-49A7-D265-9946D2C7DD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02" t="31630" r="1640"/>
          <a:stretch>
            <a:fillRect/>
          </a:stretch>
        </p:blipFill>
        <p:spPr>
          <a:xfrm>
            <a:off x="4362138" y="2370579"/>
            <a:ext cx="6991661" cy="3942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C2F1BB-DE85-C80C-A5F3-A5A1F8486B37}"/>
              </a:ext>
            </a:extLst>
          </p:cNvPr>
          <p:cNvSpPr txBox="1"/>
          <p:nvPr/>
        </p:nvSpPr>
        <p:spPr>
          <a:xfrm>
            <a:off x="838199" y="2525840"/>
            <a:ext cx="35239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Conclusion: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Bulk Discount Effect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shows that larger properties often have a lower unit price because they must be built in cheaper, peripheral areas, reducing the density premium.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4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2CCF-B680-AF5F-E550-8C691D2F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989"/>
            <a:ext cx="10515600" cy="9839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EDA Insight 3: Price Multipliers (Amenities and Infrastructure)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201EED-A42C-BFDE-F6C3-4E59912EF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941" y="5501295"/>
            <a:ext cx="538958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Parking Space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Furnished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significantly increase the median property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A6C32-755F-E01B-131A-E12C13DD71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02" t="33730" r="19836" b="2323"/>
          <a:stretch>
            <a:fillRect/>
          </a:stretch>
        </p:blipFill>
        <p:spPr>
          <a:xfrm>
            <a:off x="402965" y="1272418"/>
            <a:ext cx="5429564" cy="4109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2547D0-35BF-F5D3-40B7-E3731DE26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235" y="1303414"/>
            <a:ext cx="5257800" cy="3950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5A5DB3-667B-9B63-EC7D-1A24F35CAD04}"/>
              </a:ext>
            </a:extLst>
          </p:cNvPr>
          <p:cNvSpPr txBox="1"/>
          <p:nvPr/>
        </p:nvSpPr>
        <p:spPr>
          <a:xfrm>
            <a:off x="6531235" y="5354018"/>
            <a:ext cx="56607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Transport Accessibility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translates to a measurably higher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Price_per_SqFt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confirming infrastructure's role as an investment 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43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79D7-94A8-257D-D7B4-AD9100FA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109"/>
            <a:ext cx="10515600" cy="152373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Deployment: The Interactive Investment Advisor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B4AB8C-A246-67C0-C998-D2CCE26AD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4637" y="2370626"/>
            <a:ext cx="107227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Deliverable: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functional web application built 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Interaction: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users to input property details (City, Price, Locality).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 Output: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the rule-based: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Classification: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"Is this a Good Investment?".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"Estimated Price after 5 Years".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2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CCD6-D665-A10F-5491-71B80A95D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8980"/>
          </a:xfrm>
        </p:spPr>
        <p:txBody>
          <a:bodyPr/>
          <a:lstStyle/>
          <a:p>
            <a:pPr algn="ctr"/>
            <a:r>
              <a:rPr lang="en-IN" dirty="0"/>
              <a:t>Conclusion and Project Success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5FBC0-616F-0361-C686-086DEB90DC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8645"/>
            <a:ext cx="105155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successfully delivered a clean, analyzed dataset and a robust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criteria were met: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Handling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(imputation, cleaning),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(using RMSE and Accuracy logic),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(functional UI).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Takeaway: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analysis confirms that a transparent, rule-based approach can provide immediate, actionable, and data-backed investment recommendations, fulfilling the business objectives.</a:t>
            </a:r>
          </a:p>
        </p:txBody>
      </p:sp>
    </p:spTree>
    <p:extLst>
      <p:ext uri="{BB962C8B-B14F-4D97-AF65-F5344CB8AC3E}">
        <p14:creationId xmlns:p14="http://schemas.microsoft.com/office/powerpoint/2010/main" val="3466944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7148-E0D0-2EB6-3BFF-1174CD37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378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9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515</Words>
  <Application>Microsoft Office PowerPoint</Application>
  <PresentationFormat>Widescreen</PresentationFormat>
  <Paragraphs>45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Courier New</vt:lpstr>
      <vt:lpstr>Google Sans Text</vt:lpstr>
      <vt:lpstr>Times New Roman</vt:lpstr>
      <vt:lpstr>Wingdings</vt:lpstr>
      <vt:lpstr>Office Theme</vt:lpstr>
      <vt:lpstr>Real Estate Investment Advisor: Predicting Property Profitability &amp; Future Value</vt:lpstr>
      <vt:lpstr>The Challenge: Moving Beyond Intuition</vt:lpstr>
      <vt:lpstr>Methodology: Rule-Based Prediction</vt:lpstr>
      <vt:lpstr>EDA Insight 1: Location Kills Size</vt:lpstr>
      <vt:lpstr>EDA Insight 2: The Bulk Discount Effect</vt:lpstr>
      <vt:lpstr>EDA Insight 3: Price Multipliers (Amenities and Infrastructure)</vt:lpstr>
      <vt:lpstr>Deployment: The Interactive Investment Advisor</vt:lpstr>
      <vt:lpstr>Conclusion and Project Success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Vishwakarma</dc:creator>
  <cp:lastModifiedBy>Komal Vishwakarma</cp:lastModifiedBy>
  <cp:revision>1</cp:revision>
  <dcterms:created xsi:type="dcterms:W3CDTF">2025-12-12T07:58:51Z</dcterms:created>
  <dcterms:modified xsi:type="dcterms:W3CDTF">2025-12-12T08:54:21Z</dcterms:modified>
</cp:coreProperties>
</file>